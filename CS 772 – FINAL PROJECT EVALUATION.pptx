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4"/>
    <p:sldMasterId id="2147483670" r:id="rId5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800F0-B00B-A7C4-1FDB-82FA551B37AA}" v="2" dt="2025-11-27T07:39:36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" userId="S::200070092@iitb.ac.in::8aee7c29-0b39-4a1f-8f6b-bb097dc3b70d" providerId="AD" clId="Web-{4907E8B4-6016-66A1-895C-5FCFC90C1A01}"/>
    <pc:docChg chg="modSld">
      <pc:chgData name="Yash" userId="S::200070092@iitb.ac.in::8aee7c29-0b39-4a1f-8f6b-bb097dc3b70d" providerId="AD" clId="Web-{4907E8B4-6016-66A1-895C-5FCFC90C1A01}" dt="2024-05-05T11:02:32.924" v="2" actId="20577"/>
      <pc:docMkLst>
        <pc:docMk/>
      </pc:docMkLst>
      <pc:sldChg chg="modSp">
        <pc:chgData name="Yash" userId="S::200070092@iitb.ac.in::8aee7c29-0b39-4a1f-8f6b-bb097dc3b70d" providerId="AD" clId="Web-{4907E8B4-6016-66A1-895C-5FCFC90C1A01}" dt="2024-05-05T11:02:32.924" v="2" actId="20577"/>
        <pc:sldMkLst>
          <pc:docMk/>
          <pc:sldMk cId="0" sldId="256"/>
        </pc:sldMkLst>
        <pc:spChg chg="mod">
          <ac:chgData name="Yash" userId="S::200070092@iitb.ac.in::8aee7c29-0b39-4a1f-8f6b-bb097dc3b70d" providerId="AD" clId="Web-{4907E8B4-6016-66A1-895C-5FCFC90C1A01}" dt="2024-05-05T11:02:32.924" v="2" actId="20577"/>
          <ac:spMkLst>
            <pc:docMk/>
            <pc:sldMk cId="0" sldId="256"/>
            <ac:spMk id="93" creationId="{00000000-0000-0000-0000-000000000000}"/>
          </ac:spMkLst>
        </pc:spChg>
      </pc:sldChg>
    </pc:docChg>
  </pc:docChgLst>
  <pc:docChgLst>
    <pc:chgData name="Kiran Pradeep" userId="S::kiranpradeep@iitb.ac.in::2c87528b-0c8f-4f13-9db5-04cefef9e384" providerId="AD" clId="Web-{844800F0-B00B-A7C4-1FDB-82FA551B37AA}"/>
    <pc:docChg chg="addSld delSld">
      <pc:chgData name="Kiran Pradeep" userId="S::kiranpradeep@iitb.ac.in::2c87528b-0c8f-4f13-9db5-04cefef9e384" providerId="AD" clId="Web-{844800F0-B00B-A7C4-1FDB-82FA551B37AA}" dt="2025-11-27T07:39:36.946" v="1"/>
      <pc:docMkLst>
        <pc:docMk/>
      </pc:docMkLst>
      <pc:sldChg chg="add del">
        <pc:chgData name="Kiran Pradeep" userId="S::kiranpradeep@iitb.ac.in::2c87528b-0c8f-4f13-9db5-04cefef9e384" providerId="AD" clId="Web-{844800F0-B00B-A7C4-1FDB-82FA551B37AA}" dt="2025-11-27T07:39:36.946" v="1"/>
        <pc:sldMkLst>
          <pc:docMk/>
          <pc:sldMk cId="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03dea5e55_1_38:notes"/>
          <p:cNvSpPr txBox="1">
            <a:spLocks noGrp="1"/>
          </p:cNvSpPr>
          <p:nvPr>
            <p:ph type="sldNum" idx="12"/>
          </p:nvPr>
        </p:nvSpPr>
        <p:spPr>
          <a:xfrm>
            <a:off x="3884414" y="8685893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300"/>
              <a:t>1</a:t>
            </a:fld>
            <a:endParaRPr sz="1300"/>
          </a:p>
        </p:txBody>
      </p:sp>
      <p:sp>
        <p:nvSpPr>
          <p:cNvPr id="90" name="Google Shape;90;g2703dea5e55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2703dea5e55_1_38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703dea5e55_1_45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781" cy="41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97" name="Google Shape;97;g2703dea5e55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03e1a105e_0_10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800" cy="4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103" name="Google Shape;103;g2703e1a105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03dea5e55_1_50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781" cy="41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109" name="Google Shape;109;g2703dea5e55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03dea5e55_1_55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115" name="Google Shape;115;g2703dea5e55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703e1a105e_0_5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800" cy="4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121" name="Google Shape;121;g2703e1a105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03dea5e55_1_60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781" cy="41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127" name="Google Shape;127;g2703dea5e55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703e1a105e_0_0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800" cy="4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133" name="Google Shape;133;g2703e1a10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03e1a105e_0_15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800" cy="4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139" name="Google Shape;139;g2703e1a105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703dea5e55_1_65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145" name="Google Shape;145;g2703dea5e55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703e1a105e_0_20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800" cy="4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151" name="Google Shape;151;g2703e1a105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03dea5e55_1_70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157" name="Google Shape;157;g2703dea5e55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03dea5e55_1_75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163" name="Google Shape;163;g2703dea5e55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03dea5e55_1_80:notes"/>
          <p:cNvSpPr txBox="1">
            <a:spLocks noGrp="1"/>
          </p:cNvSpPr>
          <p:nvPr>
            <p:ph type="body" idx="1"/>
          </p:nvPr>
        </p:nvSpPr>
        <p:spPr>
          <a:xfrm>
            <a:off x="686098" y="4343703"/>
            <a:ext cx="5485781" cy="41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endParaRPr sz="1300"/>
          </a:p>
        </p:txBody>
      </p:sp>
      <p:sp>
        <p:nvSpPr>
          <p:cNvPr id="169" name="Google Shape;169;g2703dea5e55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6pPr>
            <a:lvl7pPr marL="3200400" lvl="6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7pPr>
            <a:lvl8pPr marL="3657600" lvl="7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8pPr>
            <a:lvl9pPr marL="4114800" lvl="8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able" type="tbl">
  <p:cSld name="TAB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2874763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 rot="5400000">
            <a:off x="1272779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Text, and Content" type="txAndObj">
  <p:cSld name="TEXT_AND_OBJEC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>
            <a:alpha val="0"/>
          </a:srgbClr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>
            <a:spLocks noGrp="1"/>
          </p:cNvSpPr>
          <p:nvPr>
            <p:ph type="ctrTitle"/>
          </p:nvPr>
        </p:nvSpPr>
        <p:spPr>
          <a:xfrm>
            <a:off x="304800" y="571500"/>
            <a:ext cx="868680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 </a:t>
            </a:r>
            <a:r>
              <a:rPr lang="en" sz="4400" b="1"/>
              <a:t>CS 772 – FINAL PROJECT EVALUATION</a:t>
            </a:r>
            <a:endParaRPr sz="4400"/>
          </a:p>
        </p:txBody>
      </p:sp>
      <p:sp>
        <p:nvSpPr>
          <p:cNvPr id="94" name="Google Shape;94;p24"/>
          <p:cNvSpPr txBox="1">
            <a:spLocks noGrp="1"/>
          </p:cNvSpPr>
          <p:nvPr>
            <p:ph type="subTitle" idx="1"/>
          </p:nvPr>
        </p:nvSpPr>
        <p:spPr>
          <a:xfrm>
            <a:off x="115887" y="2457450"/>
            <a:ext cx="8610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8637"/>
              </a:buClr>
              <a:buSzPts val="2240"/>
              <a:buFont typeface="Arial"/>
              <a:buNone/>
            </a:pPr>
            <a:r>
              <a:rPr lang="en" sz="3200"/>
              <a:t>&lt;name-1&gt;, &lt;roll no.-1&gt;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8637"/>
              </a:buClr>
              <a:buSzPts val="2240"/>
              <a:buNone/>
            </a:pPr>
            <a:r>
              <a:rPr lang="en" sz="3200"/>
              <a:t>&lt;name-2&gt;, &lt;roll no.-2&gt;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8637"/>
              </a:buClr>
              <a:buSzPts val="2240"/>
              <a:buNone/>
            </a:pPr>
            <a:r>
              <a:rPr lang="en" sz="3200"/>
              <a:t>…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ts val="2240"/>
              <a:buFont typeface="Arial"/>
              <a:buNone/>
            </a:pPr>
            <a:r>
              <a:rPr lang="en" sz="3200"/>
              <a:t>&lt;date&gt;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ts val="2240"/>
              <a:buFont typeface="Arial"/>
              <a:buNone/>
            </a:pP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Problem Statement</a:t>
            </a:r>
            <a:endParaRPr b="1"/>
          </a:p>
        </p:txBody>
      </p:sp>
      <p:sp>
        <p:nvSpPr>
          <p:cNvPr id="100" name="Google Shape;100;p2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 b="1">
                <a:solidFill>
                  <a:srgbClr val="009900"/>
                </a:solidFill>
              </a:rPr>
              <a:t>Title:</a:t>
            </a:r>
            <a:endParaRPr b="1">
              <a:solidFill>
                <a:srgbClr val="0099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 b="1">
                <a:solidFill>
                  <a:srgbClr val="009900"/>
                </a:solidFill>
              </a:rPr>
              <a:t>Input</a:t>
            </a:r>
            <a:r>
              <a:rPr lang="en"/>
              <a:t>: 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 b="1">
                <a:solidFill>
                  <a:srgbClr val="009900"/>
                </a:solidFill>
              </a:rPr>
              <a:t>Output</a:t>
            </a:r>
            <a:r>
              <a:rPr lang="en"/>
              <a:t>: 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Motivation for the problem</a:t>
            </a:r>
            <a:endParaRPr b="1"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 sz="1600"/>
              <a:t>Why the problem is important?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Literature Survey</a:t>
            </a:r>
            <a:endParaRPr b="1"/>
          </a:p>
        </p:txBody>
      </p:sp>
      <p:sp>
        <p:nvSpPr>
          <p:cNvPr id="112" name="Google Shape;112;p2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0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700"/>
              <a:buChar char="•"/>
            </a:pPr>
            <a:r>
              <a:rPr lang="en" sz="2700"/>
              <a:t>&lt;References&gt; - </a:t>
            </a:r>
            <a:r>
              <a:rPr lang="en" sz="2700">
                <a:solidFill>
                  <a:srgbClr val="FF0000"/>
                </a:solidFill>
              </a:rPr>
              <a:t>If the paper has been published in any conference or journal, give that exact reference and not the link or the arxiv mention.</a:t>
            </a:r>
            <a:endParaRPr sz="2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Data Handling</a:t>
            </a:r>
            <a:endParaRPr b="1"/>
          </a:p>
        </p:txBody>
      </p:sp>
      <p:sp>
        <p:nvSpPr>
          <p:cNvPr id="118" name="Google Shape;118;p2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Data Collection/Curation/Preprocessing/Feature extraction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Data statistics and the data source url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300" b="1"/>
              <a:t>Mathematical modelling of the problem (if applicable)</a:t>
            </a:r>
            <a:endParaRPr sz="3300" b="1"/>
          </a:p>
        </p:txBody>
      </p:sp>
      <p:sp>
        <p:nvSpPr>
          <p:cNvPr id="124" name="Google Shape;124;p2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Governing equations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Methodology/architecture</a:t>
            </a:r>
            <a:endParaRPr b="1"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Methodology to solve the problem – architecture/algorithm/system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Experimental details</a:t>
            </a:r>
            <a:endParaRPr b="1"/>
          </a:p>
        </p:txBody>
      </p:sp>
      <p:sp>
        <p:nvSpPr>
          <p:cNvPr id="136" name="Google Shape;136;p3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Model selection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Hyperparameters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Metrics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What is your baseline?</a:t>
            </a:r>
            <a:endParaRPr b="1"/>
          </a:p>
        </p:txBody>
      </p:sp>
      <p:sp>
        <p:nvSpPr>
          <p:cNvPr id="142" name="Google Shape;142;p3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Results and Analysis</a:t>
            </a:r>
            <a:endParaRPr b="1"/>
          </a:p>
        </p:txBody>
      </p:sp>
      <p:sp>
        <p:nvSpPr>
          <p:cNvPr id="148" name="Google Shape;148;p3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Results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Qualitative analysis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Case studies</a:t>
            </a:r>
            <a:endParaRPr b="1"/>
          </a:p>
        </p:txBody>
      </p:sp>
      <p:sp>
        <p:nvSpPr>
          <p:cNvPr id="154" name="Google Shape;154;p3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Examples where your model is performing well and where your model is failing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DEMO</a:t>
            </a:r>
            <a:endParaRPr b="1"/>
          </a:p>
        </p:txBody>
      </p:sp>
      <p:sp>
        <p:nvSpPr>
          <p:cNvPr id="160" name="Google Shape;160;p3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Show/paste link for demo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There should be an </a:t>
            </a:r>
            <a:r>
              <a:rPr lang="en">
                <a:solidFill>
                  <a:srgbClr val="FF0000"/>
                </a:solidFill>
              </a:rPr>
              <a:t>interface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DO NOT show your demo in jupyter notebook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BONUS (Exceeds expectation)</a:t>
            </a:r>
            <a:endParaRPr b="1"/>
          </a:p>
        </p:txBody>
      </p:sp>
      <p:sp>
        <p:nvSpPr>
          <p:cNvPr id="166" name="Google Shape;166;p3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Justify why you should get bonus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Evaluation Scheme</a:t>
            </a:r>
            <a:endParaRPr b="1"/>
          </a:p>
        </p:txBody>
      </p:sp>
      <p:sp>
        <p:nvSpPr>
          <p:cNvPr id="172" name="Google Shape;172;p3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Clarity of problem statement (5)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Interestingness and complexity of the problem statement (5)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Literature Survey (10)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Data Handling (15)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Problem Modelling (15)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Results and Analysis (20)</a:t>
            </a:r>
            <a:endParaRPr sz="180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Quantitative (10)</a:t>
            </a:r>
            <a:endParaRPr sz="180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Qualitative (10)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Demo (25)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Bonus (5)</a:t>
            </a:r>
            <a:endParaRPr sz="1800"/>
          </a:p>
          <a:p>
            <a:pPr marL="76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/>
              <a:t>TOTAL - 100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CF75E8F0979E4CBD54F8D66FF04A8F" ma:contentTypeVersion="7" ma:contentTypeDescription="Create a new document." ma:contentTypeScope="" ma:versionID="a4c924bc0e280b0404c58fdde98bdadb">
  <xsd:schema xmlns:xsd="http://www.w3.org/2001/XMLSchema" xmlns:xs="http://www.w3.org/2001/XMLSchema" xmlns:p="http://schemas.microsoft.com/office/2006/metadata/properties" xmlns:ns2="0e2cd5ad-e24e-4b27-8aea-3324ac03c59c" targetNamespace="http://schemas.microsoft.com/office/2006/metadata/properties" ma:root="true" ma:fieldsID="de42ed688f85d427a4128e4eba3dc7cd" ns2:_="">
    <xsd:import namespace="0e2cd5ad-e24e-4b27-8aea-3324ac03c5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2cd5ad-e24e-4b27-8aea-3324ac03c5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F5ADBB-E260-4E3C-81CE-FBCFF84F9223}">
  <ds:schemaRefs>
    <ds:schemaRef ds:uri="0e2cd5ad-e24e-4b27-8aea-3324ac03c5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7273B31-346C-44C9-BAA7-47C7D220D7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4106E1D-C716-4FA7-B9DE-067D7F3125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Simple Light</vt:lpstr>
      <vt:lpstr>Default Design</vt:lpstr>
      <vt:lpstr> CS 772 – FINAL PROJECT EVALUATION</vt:lpstr>
      <vt:lpstr>Problem Statement</vt:lpstr>
      <vt:lpstr>Motivation for the problem</vt:lpstr>
      <vt:lpstr>Literature Survey</vt:lpstr>
      <vt:lpstr>Data Handling</vt:lpstr>
      <vt:lpstr>Mathematical modelling of the problem (if applicable)</vt:lpstr>
      <vt:lpstr>Methodology/architecture</vt:lpstr>
      <vt:lpstr>Experimental details</vt:lpstr>
      <vt:lpstr>What is your baseline?</vt:lpstr>
      <vt:lpstr>Results and Analysis</vt:lpstr>
      <vt:lpstr>Case studies</vt:lpstr>
      <vt:lpstr>DEMO</vt:lpstr>
      <vt:lpstr>BONUS (Exceeds expectation)</vt:lpstr>
      <vt:lpstr>Evaluation Scheme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CS 772 – FINAL PROJECT EVALUATIO</dc:title>
  <cp:revision>1</cp:revision>
  <dcterms:modified xsi:type="dcterms:W3CDTF">2025-11-27T07:39:38Z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0x01010024CF75E8F0979E4CBD54F8D66FF04A8F</vt:lpwstr>
  </property>
</Properties>
</file>